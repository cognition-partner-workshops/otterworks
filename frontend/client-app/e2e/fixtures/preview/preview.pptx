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5143500" type="screen16x9"/>
  <p:notesSz cx="6858000" cy="9144000"/>
</p:presentation>
</file>

<file path=ppt/_rels/presentation.xml.rels><?xml version="1.0" encoding="UTF-8"?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GrpSpPr/>
      </p:nvGrpSpPr>
      <p:grpSpPr/>
      <p:sp>
        <p:nvSpPr>
          <p:cNvPr id="2" name="Title"/>
          <p:cNvSpPr/>
          <p:nvPr/>
        </p:nvSpPr>
        <p:spPr/>
        <p:txBody>
          <a:bodyPr/>
          <a:lstStyle/>
          <a:p>
            <a:r>
              <a:t>Preview fixture</a:t>
            </a:r>
          </a:p>
        </p:txBody>
      </p:sp>
    </p:spTree>
  </p:cSld>
</p:sld>
</file>